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5B818-83B6-472A-8849-0696697B7425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1D004-BABB-4D42-8009-B1A8A721F8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33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1D004-BABB-4D42-8009-B1A8A721F8A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68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70093-B5F7-E623-A755-06CE470FE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BA63DA-D571-5F1A-3654-1DAA6EBA3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5B7BF-91CA-C118-EFFA-AF4C2769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82A9DD-47E4-656C-2CA4-5C648D41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59BB1E-FAE1-34FD-B884-3CAD212D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60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253181-1BF6-27CC-8FF1-E2F402A1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E0B831-4BFE-6973-4240-C42D4643F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63A3A8-EF1F-34BF-BE5F-71AEE7FE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D26D9-8F0E-6BBB-43F1-BFA6C22C2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17C78A-4F6A-6A63-0C49-8FB83B29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63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3C9E4-4923-0784-0A24-90A767D9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6BDFB5-90FA-477C-3905-33733C24D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15BE4C-E452-683A-E45B-B28B5058E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E55E10-8FB1-A963-5EC9-5C429ECD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EB918D-6952-4F12-A460-318F6F77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59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B8712-DFCD-0236-233D-6BE5155C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04A8C0-BFA7-0C58-605D-33441CCD9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D1E27B-9DA3-FD46-C04F-2197B09B3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CE0893-BE63-A9E5-AFD5-73FA2E14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03D659-1AE6-48B4-55B1-42E2DE7D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BE2FEE-9B79-1A3B-EF07-E428361E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49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2056C-D3E9-37CA-89B1-629EB730F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4D1A56-AED9-20E1-0A8E-5ADC340E2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0D0B2A-644C-2E72-5697-62A555B31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9EDFFC-5F5E-ABDE-D161-53A5062A0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5578E9-34DE-5F75-6281-516C6DD97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694934-9003-4A0B-8E78-147BADBE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266606-5553-B2D4-5B9A-9FDAE2E0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777433-F56B-84F9-D5A1-688426A7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25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F6B6A-AE6F-C8FD-8919-68F069A9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0426AA-36E2-41B1-3A5D-356D1D94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C0C0C5-93C7-0656-9BA2-6570D40F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E16414-43E4-E3A6-3AB9-FD3BDAFF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320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E1EB80-A357-A13D-A5F8-C609F4B47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2DFF0A-8B73-CC79-BB3E-4D8B9FD0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A98504-6960-058F-A114-B8ED6620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19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201E7-C1A5-889E-9C5D-4809A9E8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893C9-CB33-5AF7-A10F-4A7C03B7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9104C1-766E-B9F2-8E40-16C6832E5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2A7958-0D55-C1D7-021E-E16C6EDC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FA812-FA15-9077-EF81-86864AEA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4332EF-2585-E873-3370-78436C8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87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F9B13-7BE7-0E70-6FDA-108AE757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0057E0-83E3-CF48-93B6-D416A11C4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22046E-4AEC-AA3D-8C93-9BA8348CE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D541FF-AB5B-80D7-AA4F-EC422AE8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D0A81B-46F1-8C56-025A-954DFDE2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B07C48-C49A-8493-3D6D-E015A3FF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91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BACA0-9982-0ACD-FE90-6D2BD962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C7652B-72D9-99DA-345F-E8AE739DC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BA16A3-50D1-6782-EA12-83FF67799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2B264-9A55-5DFB-C11B-D706B80E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2E739C-1F75-F568-15DE-C531812B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57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77A75F-01F7-206A-E7CD-541FF7225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6637BF-5737-B0C8-4991-28DF7560C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0213A8-EA25-0586-0279-45C5A624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BFE29-7427-7024-9CDF-B9AC77F4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D7DAA-0835-9D19-1F45-2FD7DD74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34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08EF15-757E-9BF2-EDEB-EE3113FB8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0E64C3-ECCA-8448-DCB3-D4A785683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ECECD1-6263-4F31-958B-945B3BDB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1C162-A0E9-40A0-82DF-2F07F6438C86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77525-6672-5CA1-EE2D-C59991619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E2CA69-A1BB-9B2A-9288-A705CFCCD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3C11-7323-4CEE-B375-2F7174AFA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82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F2696-DC97-511D-215A-7DBF674C5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2E2C61-44A9-EDCF-293D-0E8B2F40C9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4AE01B-1838-227A-06C9-5CE1467A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82" y="0"/>
            <a:ext cx="5328518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46E0F93-ADDD-0831-28AE-E26D596A4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066" y="0"/>
            <a:ext cx="3796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77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BB93AED-3E3C-9D24-2BD2-0929D8DA7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2" y="277868"/>
            <a:ext cx="11636255" cy="630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1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</Words>
  <Application>Microsoft Office PowerPoint</Application>
  <PresentationFormat>宽屏</PresentationFormat>
  <Paragraphs>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翔宇 李</dc:creator>
  <cp:lastModifiedBy>翔宇 李</cp:lastModifiedBy>
  <cp:revision>2</cp:revision>
  <dcterms:created xsi:type="dcterms:W3CDTF">2026-08-15T11:19:19Z</dcterms:created>
  <dcterms:modified xsi:type="dcterms:W3CDTF">2026-08-15T15:02:34Z</dcterms:modified>
</cp:coreProperties>
</file>